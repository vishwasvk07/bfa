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307" r:id="rId63"/>
    <p:sldId id="281" r:id="rId37"/>
    <p:sldId id="262" r:id="rId8"/>
    <p:sldId id="263" r:id="rId9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</p:sldIdLst>
  <p:notesMasterIdLst>
    <p:notesMasterId r:id="rId27"/>
  </p:notesMasterIdLst>
  <p:sldSz cx="12191695" cy="6858000"/>
  <p:notesSz cx="6858000" cy="12191695"/>
  <p:embeddedFontLst>
    <p:embeddedFont>
      <p:font typeface="Caladea Bold"/>
      <p:regular r:id="rId201314"/>
    </p:embeddedFont>
    <p:embeddedFont>
      <p:font typeface="Carlito"/>
      <p:regular r:id="rId201315"/>
    </p:embeddedFont>
    <p:embeddedFont>
      <p:font typeface="Carlito Bold"/>
      <p:regular r:id="rId201316"/>
    </p:embeddedFont>
    <p:embeddedFont>
      <p:font typeface="Roboto Mono"/>
      <p:regular r:id="rId201317"/>
    </p:embeddedFont>
    <p:embeddedFont>
      <p:font typeface="Roboto Mono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BFA stands for Build Full Stack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we get every laptop ready, then write our first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Roughly: 45-60 min setup, 10 min break/checkpoint, 45 min coding, 5 min homework.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-3-1.png"/><Relationship Id="rId3" Type="http://schemas.openxmlformats.org/officeDocument/2006/relationships/image" Target="../media/image-4-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695208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36" y="539452"/>
            <a:ext cx="11385265" cy="58970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6475" y="2314377"/>
            <a:ext cx="10484778" cy="1950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0" b="1" spc="141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Introduction</a:t>
            </a:r>
            <a:endParaRPr lang="en-US" sz="1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359" y="1207589"/>
            <a:ext cx="10363139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50" b="1" spc="800" kern="100" dirty="0">
                <a:solidFill>
                  <a:srgbClr val="1FA67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CLASS 2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853359" y="1828701"/>
            <a:ext cx="10484977" cy="1624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350" b="1" spc="59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Python fundamentals,</a:t>
            </a:r>
            <a:endParaRPr lang="en-US" sz="5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350" b="1" spc="59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then your first server</a:t>
            </a:r>
            <a:endParaRPr lang="en-US" sz="5350" dirty="0"/>
          </a:p>
        </p:txBody>
      </p:sp>
      <p:sp>
        <p:nvSpPr>
          <p:cNvPr id="4" name="Text 2"/>
          <p:cNvSpPr/>
          <p:nvPr/>
        </p:nvSpPr>
        <p:spPr>
          <a:xfrm>
            <a:off x="853359" y="4376490"/>
            <a:ext cx="9753554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2B13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Python  ·  Functions  ·  FastAPI GET and POST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3359" y="5481828"/>
            <a:ext cx="10363139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Hands-on course. No slides to memorize, just tasks to do.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1216300" y="6375549"/>
            <a:ext cx="695208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695208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Today's plan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1828800"/>
            <a:ext cx="2011610" cy="3535660"/>
          </a:xfrm>
          <a:prstGeom prst="roundRect">
            <a:avLst>
              <a:gd name="adj" fmla="val 581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2440" y="207258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48" y="21622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2440" y="2790130"/>
            <a:ext cx="1649669" cy="864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Python basics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92440" y="3765550"/>
            <a:ext cx="1649669" cy="1068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Version, .py files, print and input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2804050" y="1828800"/>
            <a:ext cx="2011610" cy="3535660"/>
          </a:xfrm>
          <a:prstGeom prst="roundRect">
            <a:avLst>
              <a:gd name="adj" fmla="val 581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86906" y="207258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2113" y="21622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86906" y="2790130"/>
            <a:ext cx="2316402" cy="432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Core ideas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986906" y="3765550"/>
            <a:ext cx="1649669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Variables, if, loops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4998516" y="1828800"/>
            <a:ext cx="2011610" cy="3535660"/>
          </a:xfrm>
          <a:prstGeom prst="roundRect">
            <a:avLst>
              <a:gd name="adj" fmla="val 581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81470" y="207258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6678" y="21622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81470" y="2790130"/>
            <a:ext cx="2316402" cy="432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Functions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5181470" y="3765550"/>
            <a:ext cx="1649669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def, return, reuse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7193080" y="1828800"/>
            <a:ext cx="2011610" cy="3535660"/>
          </a:xfrm>
          <a:prstGeom prst="roundRect">
            <a:avLst>
              <a:gd name="adj" fmla="val 581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75936" y="2072580"/>
            <a:ext cx="511956" cy="511969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71143" y="21622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75936" y="2790130"/>
            <a:ext cx="2316402" cy="432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Servers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7375936" y="3765550"/>
            <a:ext cx="1649669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first FastAPI server, GET and POST</a:t>
            </a:r>
            <a:endParaRPr lang="en-US" sz="1850" dirty="0"/>
          </a:p>
        </p:txBody>
      </p:sp>
      <p:sp>
        <p:nvSpPr>
          <p:cNvPr id="24" name="Shape 22"/>
          <p:cNvSpPr/>
          <p:nvPr/>
        </p:nvSpPr>
        <p:spPr>
          <a:xfrm>
            <a:off x="9387546" y="1828800"/>
            <a:ext cx="2011610" cy="3535660"/>
          </a:xfrm>
          <a:prstGeom prst="roundRect">
            <a:avLst>
              <a:gd name="adj" fmla="val 581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70401" y="2072580"/>
            <a:ext cx="511956" cy="511969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65609" y="21622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570401" y="2790130"/>
            <a:ext cx="2316402" cy="432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Practice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9570401" y="3765550"/>
            <a:ext cx="1649669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class, then homework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609585" y="5594350"/>
            <a:ext cx="11582110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Green = Python ideas.  Blue = servers, built live together.</a:t>
            </a:r>
            <a:endParaRPr lang="en-US" sz="1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The 8-week roadmap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" y="1920240"/>
            <a:ext cx="557784" cy="5577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20240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FA67A"/>
                </a:solidFill>
                <a:latin typeface="Carlit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1709928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arlito"/>
              </a:rPr>
              <a:t>Setup &amp; Tooling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2011680"/>
            <a:ext cx="1344168" cy="365760"/>
          </a:xfrm>
          <a:prstGeom prst="roundRect">
            <a:avLst>
              <a:gd name="adj" fmla="val 3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2011680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rlito"/>
              </a:rPr>
              <a:t>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871216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0392" y="3081528"/>
            <a:ext cx="557784" cy="5577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081528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3B82C4"/>
                </a:solidFill>
                <a:latin typeface="Carlit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2871216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arlito"/>
              </a:rPr>
              <a:t>Python Fundamentals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3172968"/>
            <a:ext cx="1344168" cy="365760"/>
          </a:xfrm>
          <a:prstGeom prst="roundRect">
            <a:avLst>
              <a:gd name="adj" fmla="val 3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3172968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rlito"/>
              </a:rPr>
              <a:t>You are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4032504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2" y="4242816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242816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4032504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JavaScript Fundamentals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5193792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0392" y="5404104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5404104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19" y="5193792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Backend with FastAPI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709928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55664" y="1920240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1920240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1192" y="1709928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HTML, CSS &amp; Vanilla JS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871216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55664" y="3081528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3081528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1192" y="2871216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React, Rebuilt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032504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55664" y="4242816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4242816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51192" y="4032504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Full-Stack Integration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55664" y="5404104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5664" y="5404104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51192" y="5193792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Capstone &amp; Demo Day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Setup check (minute 0)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10972800" cy="12070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057400"/>
            <a:ext cx="512064" cy="51206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01368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Python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671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python3 --version      (Windows: python --version)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081528"/>
            <a:ext cx="10972800" cy="12070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3429000"/>
            <a:ext cx="512064" cy="51206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172968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Install 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5387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pip install fastapi uvicorn      (Mac: pip3 install fastapi uvicorn)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453128"/>
            <a:ext cx="10972800" cy="12070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800600"/>
            <a:ext cx="512064" cy="51206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8006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544568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Check the install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9103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python3 -c "import fastapi"      prints nothing = good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Stuck? Fix it now, before we start.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1. Python version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Check it with --version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Mac uses python3, Windows uses python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Why it matters: syntax and libraries change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Same version = same results for everyone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# Mac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python3 --version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# Windows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python --version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# You should see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Python 3.12.x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lecture/01_python_version.txt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2. The .py file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A text file that holds Python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Create it, write code, save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Run it from the terminal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Windows: python hello.py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# hello.py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print("Hello, world")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# in the terminal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python3 hello.py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Hello, world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lecture/02_hello.py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3. Print and input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print() shows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input() asks the 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input() always returns a string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Convert with int() or float()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name = input("Your name: ")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print("Hello,", name)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age = input("Age: ")  # a string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print(int(age) + 1)   # convert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lecture/03_print_and_input.py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Live practice 1: Greeting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Uses: Python version · .py file · print and 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Check your Python version, note it in a comment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Ask for name and city with input()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Print one greeting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Run it from the terminal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Your name: Asha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Your city: Toronto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Hello, Asha from Toronto!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live-practice/01_greeting.py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256475" y="2314377"/>
            <a:ext cx="10484778" cy="1950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0" b="1" spc="141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Q&amp;A</a:t>
            </a:r>
            <a:endParaRPr lang="en-US" sz="12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4. Variables and types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A name that stores a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int, float, str, bool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f-strings put variables in 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type() tells you the 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name = "Asha"      # str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age = 21           # int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height = 1.65      # float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is_student = True  # bool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print(f"{name} is {age}")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print(type(age))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lecture/04_variables_and_types.py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5. Conditional statements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if, elif, else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Compare: == != &lt; &gt; &lt;= &gt;=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Combine with and, or, not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Indentation matters in Python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age = 20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has_id = True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if age &gt;= 18 and has_id: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  print("Entry allowed")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elif age &gt;= 18: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  print("Show your ID")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else: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  print("Too young")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lecture/05_conditionals.py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Live practice 2: Ticket price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Uses: variables · if/elif/else · and/or/not · f-strings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Ask age (int) and student (yes/no)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Under 5: $0.  Age 5-12 or 65+: $8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Student: $10.  Everyone else: $12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Print the price with an f-string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Age: 20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Student (yes/no): yes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Ticket price: $10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Age: 3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Student (yes/no): no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Ticket price: $0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live-practice/02_ticket_price.py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256475" y="2314377"/>
            <a:ext cx="10484778" cy="1950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0" b="1" spc="141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Q&amp;A</a:t>
            </a:r>
            <a:endParaRPr lang="en-US" sz="12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6. Loops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for with range, while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break stops the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continue skips to the next round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Forgot count - 1? It never ends (Ctrl+C)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for i in range(1, 6):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    if i == 2: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        continue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    if i == 5: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        break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    print(i)      # 1 3 4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count = 3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while count &gt; 0: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    print(count)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    count = count - 1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lecture/06_loops.py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7. Functions: def, parameters, return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def defines a 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Parameters go in, arguments are the 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return sends a value 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Call it as many times as you 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def greet(name):  # parameter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    print("Hello,", name)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greet("Asha")     # argument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greet("Ben")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def add(a, b):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    return a + b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total = add(3, 4) #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lecture/07_functions.py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7. return is not print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00200"/>
            <a:ext cx="5367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1FA67A"/>
                </a:solidFill>
                <a:latin typeface="Carlito"/>
              </a:rPr>
              <a:t>print shows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57400"/>
            <a:ext cx="5367528" cy="338328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286000"/>
            <a:ext cx="481888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def add(a, b):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  print(a + b)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x = add(3, 4)   # shows 7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print(x)        # 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367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3B82C4"/>
                </a:solidFill>
                <a:latin typeface="Carlito"/>
              </a:rPr>
              <a:t>return gives it 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57400"/>
            <a:ext cx="5367528" cy="338328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1888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def add(a, b):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  return a + b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x = add(3, 4)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print(x)        # 7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print(x * 2)    #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6692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B7F8A"/>
                </a:solidFill>
                <a:latin typeface="Carlito"/>
              </a:rPr>
              <a:t>return gives the value back. print only shows it.   |   File: lecture/08_return_vs_print.py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Live practice 3: Even numbers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Uses: functions · for and while · break and continue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Write is_even(n) that returns True or False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for over range(1, 21): continue on odd, break after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Print each even number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Then a while loop: count down 3, 2, 1, Liftoff!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2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4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6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8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10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12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14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3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2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1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Liftoff!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live-practice/03_even_numbers.py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Live practice 4: Shopping bill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Uses: functions with return · while and break · input · f-strings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Write item_total(price, quantity) with return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while loop: ask price and quantity, add to total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Ask Another item? and break on 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Print the total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Price: 2.5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Quantity: 4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Another item? (yes/no): yes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Price: 10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Quantity: 1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Another item? (yes/no): no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Total: $20.0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live-practice/04_shopping_bill.py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256475" y="2314377"/>
            <a:ext cx="10484778" cy="1950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0" b="1" spc="141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Q&amp;A</a:t>
            </a:r>
            <a:endParaRPr lang="en-US" sz="12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8. What is a server?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23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3291840" cy="2194560"/>
          </a:xfrm>
          <a:prstGeom prst="roundRect">
            <a:avLst>
              <a:gd name="adj" fmla="val 12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82880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rlito"/>
              </a:rPr>
              <a:t>Client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Carlito"/>
              </a:rPr>
              <a:t>your browser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3608" y="1828800"/>
            <a:ext cx="3291840" cy="2194560"/>
          </a:xfrm>
          <a:prstGeom prst="roundRect">
            <a:avLst>
              <a:gd name="adj" fmla="val 12000"/>
            </a:avLst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93608" y="182880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rlito"/>
              </a:rPr>
              <a:t>Server</a:t>
            </a:r>
          </a:p>
          <a:p>
            <a:pPr algn="ctr"/>
            <a:r>
              <a:rPr sz="2400" b="1">
                <a:solidFill>
                  <a:srgbClr val="FFFFFF"/>
                </a:solidFill>
                <a:latin typeface="Carlito"/>
              </a:rPr>
              <a:t>listens on a port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4800" y="2148840"/>
            <a:ext cx="3931920" cy="640080"/>
          </a:xfrm>
          <a:prstGeom prst="rightArrow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82880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0B1F2A"/>
                </a:solidFill>
                <a:latin typeface="Carlito"/>
              </a:rPr>
              <a:t>Request</a:t>
            </a:r>
          </a:p>
        </p:txBody>
      </p:sp>
      <p:sp>
        <p:nvSpPr>
          <p:cNvPr id="10" name="Left Arrow 9"/>
          <p:cNvSpPr/>
          <p:nvPr/>
        </p:nvSpPr>
        <p:spPr>
          <a:xfrm>
            <a:off x="4114800" y="3108960"/>
            <a:ext cx="3931920" cy="640080"/>
          </a:xfrm>
          <a:prstGeom prst="leftArrow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379476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0B1F2A"/>
                </a:solidFill>
                <a:latin typeface="Carlito"/>
              </a:rPr>
              <a:t>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4480560"/>
            <a:ext cx="10972800" cy="137160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0">
                <a:solidFill>
                  <a:srgbClr val="0B1F2A"/>
                </a:solidFill>
                <a:latin typeface="Carlito"/>
              </a:rPr>
              <a:t>A server is a program that listens on a port and answers requests.</a:t>
            </a:r>
          </a:p>
          <a:p>
            <a:pPr algn="l"/>
            <a:r>
              <a:rPr sz="2250" b="0">
                <a:solidFill>
                  <a:srgbClr val="0B1F2A"/>
                </a:solidFill>
                <a:latin typeface="Carlito"/>
              </a:rPr>
              <a:t>http://127.0.0.1:8000  =  this computer, port 8000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9. Your first FastAPI server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FastAPI turns Python functions into routes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@app.get makes a route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Run: uvicorn 09_first_server:app --reload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Open the address, then add /docs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from fastapi import FastAPI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app = FastAPI()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@app.get("/")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def home():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  return {"message": "Hello"}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Live: run the file, then refresh the browser.   |   File: lecture/09_first_server.py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FastAPI: GET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GET reads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Return a dict, FastAPI sends 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Run: uvicorn 10_get_routes:app --reload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Try /hello/Asha and /docs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@app.get("/")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def home():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    return {"message": "Hello"}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@app.get("/hello/{name}")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def hello(name: str):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    return {"message": f"Hello, {name}"}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Live: run the file and try the routes.   |   File: lecture/10_get_routes.py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FastAPI: POST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POST sends data in the body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The body is JSON: {"name": "Ali"}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BaseModel checks the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Test it in /docs with Try it 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from pydantic import BaseModel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class Person(BaseModel):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    name: str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@app.post("/greet")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def greet(person: Person):</a:t>
            </a:r>
          </a:p>
          <a:p>
            <a:pPr algn="l"/>
            <a:r>
              <a:rPr sz="1400" b="0">
                <a:solidFill>
                  <a:srgbClr val="E2E8F0"/>
                </a:solidFill>
                <a:latin typeface="Courier New"/>
              </a:rPr>
              <a:t>    return {"message": f"Hello, {person.name}"}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Live: run the file and send a POST from /docs.   |   File: lecture/11_post_route.py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Live practice 5: GET and POST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27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10972800" cy="12070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057400"/>
            <a:ext cx="512064" cy="51206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01368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GET /ping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671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Return {"status": "ok"}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081528"/>
            <a:ext cx="10972800" cy="12070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3429000"/>
            <a:ext cx="512064" cy="51206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172968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GET /hello/{name}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5387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Return {"message": "Hello, Asha"}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453128"/>
            <a:ext cx="10972800" cy="12070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800600"/>
            <a:ext cx="512064" cy="51206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8006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544568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POST /echo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9103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Body {"name": "Ali"}, return {"message": "Hello, Ali"}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Files: live-practice/05_ping_api.py, 06_hello_api.py, 07_echo_api.py.  Test every route in /docs.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Homework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5367528" cy="40233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9202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A67A"/>
                </a:solidFill>
                <a:latin typeface="Caladea Bold"/>
              </a:rPr>
              <a:t>Build a POST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651760"/>
            <a:ext cx="47548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1000"/>
              </a:spcAft>
              <a:buChar char="•"/>
            </a:pPr>
            <a:r>
              <a:rPr sz="2000" b="0">
                <a:solidFill>
                  <a:srgbClr val="0B1F2A"/>
                </a:solidFill>
                <a:latin typeface="Carlito"/>
              </a:rPr>
              <a:t>One POST route in FastAPI</a:t>
            </a:r>
          </a:p>
          <a:p>
            <a:pPr algn="l" marL="285750" indent="-285750">
              <a:spcAft>
                <a:spcPts val="1000"/>
              </a:spcAft>
              <a:buChar char="•"/>
            </a:pPr>
            <a:r>
              <a:rPr sz="2000" b="0">
                <a:solidFill>
                  <a:srgbClr val="0B1F2A"/>
                </a:solidFill>
                <a:latin typeface="Carlito"/>
              </a:rPr>
              <a:t>It takes JSON and returns JSON</a:t>
            </a:r>
          </a:p>
          <a:p>
            <a:pPr algn="l" marL="285750" indent="-285750">
              <a:spcAft>
                <a:spcPts val="1000"/>
              </a:spcAft>
              <a:buChar char="•"/>
            </a:pPr>
            <a:r>
              <a:rPr sz="2000" b="0">
                <a:solidFill>
                  <a:srgbClr val="0B1F2A"/>
                </a:solidFill>
                <a:latin typeface="Carlito"/>
              </a:rPr>
              <a:t>Test it with the Talend API Tester browser extension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09928"/>
            <a:ext cx="5367528" cy="40233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59" y="19202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B82C4"/>
                </a:solidFill>
                <a:latin typeface="Caladea Bold"/>
              </a:rPr>
              <a:t>Build a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59" y="2651760"/>
            <a:ext cx="47548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85750" indent="-285750">
              <a:spcAft>
                <a:spcPts val="1000"/>
              </a:spcAft>
              <a:buChar char="•"/>
            </a:pPr>
            <a:r>
              <a:rPr sz="2000" b="0">
                <a:solidFill>
                  <a:srgbClr val="0B1F2A"/>
                </a:solidFill>
                <a:latin typeface="Carlito"/>
              </a:rPr>
              <a:t>One GET route that returns an HTML page</a:t>
            </a:r>
          </a:p>
          <a:p>
            <a:pPr algn="l" marL="285750" indent="-285750">
              <a:spcAft>
                <a:spcPts val="1000"/>
              </a:spcAft>
              <a:buChar char="•"/>
            </a:pPr>
            <a:r>
              <a:rPr sz="2000" b="0">
                <a:solidFill>
                  <a:srgbClr val="0B1F2A"/>
                </a:solidFill>
                <a:latin typeface="Carlito"/>
              </a:rPr>
              <a:t>Use ChatGPT or any AI to help</a:t>
            </a:r>
          </a:p>
          <a:p>
            <a:pPr algn="l" marL="285750" indent="-285750">
              <a:spcAft>
                <a:spcPts val="1000"/>
              </a:spcAft>
              <a:buChar char="•"/>
            </a:pPr>
            <a:r>
              <a:rPr sz="2000" b="0">
                <a:solidFill>
                  <a:srgbClr val="0B1F2A"/>
                </a:solidFill>
                <a:latin typeface="Carlito"/>
              </a:rPr>
              <a:t>Research how it works, then do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Files are in the homework folder. Push your work to your GitHub repo.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256475" y="2314377"/>
            <a:ext cx="10484778" cy="1950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0" b="1" spc="141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Q&amp;A</a:t>
            </a:r>
            <a:endParaRPr lang="en-US" sz="12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The 8-week roadmap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" y="1920240"/>
            <a:ext cx="557784" cy="5577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20240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FA67A"/>
                </a:solidFill>
                <a:latin typeface="Carlit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1709928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arlito"/>
              </a:rPr>
              <a:t>Setup &amp; Tooling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2011680"/>
            <a:ext cx="1344168" cy="365760"/>
          </a:xfrm>
          <a:prstGeom prst="roundRect">
            <a:avLst>
              <a:gd name="adj" fmla="val 3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2011680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rlito"/>
              </a:rPr>
              <a:t>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871216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0392" y="3081528"/>
            <a:ext cx="557784" cy="5577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081528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FA67A"/>
                </a:solidFill>
                <a:latin typeface="Carlit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2871216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arlito"/>
              </a:rPr>
              <a:t>Python Fundamentals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3172968"/>
            <a:ext cx="1344168" cy="365760"/>
          </a:xfrm>
          <a:prstGeom prst="roundRect">
            <a:avLst>
              <a:gd name="adj" fmla="val 3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3172968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rlito"/>
              </a:rPr>
              <a:t>Complete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4032504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2" y="4242816"/>
            <a:ext cx="557784" cy="5577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242816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3B82C4"/>
                </a:solidFill>
                <a:latin typeface="Carlit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4032504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arlito"/>
              </a:rPr>
              <a:t>JavaScript Fundamentals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07992" y="4334256"/>
            <a:ext cx="1344168" cy="365760"/>
          </a:xfrm>
          <a:prstGeom prst="roundRect">
            <a:avLst>
              <a:gd name="adj" fmla="val 3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4334256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rlito"/>
              </a:rPr>
              <a:t>Next Class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5193792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0392" y="5404104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5404104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19" y="5193792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Backend with FastAPI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709928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55664" y="1920240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55664" y="1920240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1192" y="1709928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HTML, CSS &amp; Vanilla JS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871216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55664" y="3081528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081528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1192" y="2871216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React, Rebuilt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032504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55664" y="4242816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4242816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51192" y="4032504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Full-Stack Integration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5193792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55664" y="5404104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5404104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1192" y="5193792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Capstone &amp; Demo Day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256475" y="2314377"/>
            <a:ext cx="10484778" cy="1950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0" b="1" spc="141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Thank you</a:t>
            </a:r>
            <a:endParaRPr lang="en-US" sz="12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Your instructors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3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1920240" cy="1920240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73352"/>
            <a:ext cx="1773936" cy="17739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61488" y="20116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1F2A"/>
                </a:solidFill>
                <a:latin typeface="Caladea Bold"/>
              </a:rPr>
              <a:t>Raji RV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1488" y="26060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50" b="1">
                <a:solidFill>
                  <a:srgbClr val="3B82C4"/>
                </a:solidFill>
                <a:latin typeface="Carlito"/>
              </a:rPr>
              <a:t>AI – FDE  ·  IBM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703320"/>
            <a:ext cx="5367528" cy="7315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968496"/>
            <a:ext cx="201168" cy="201168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370332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Enterprise AI &amp; Agentic Systems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4572000"/>
            <a:ext cx="5367528" cy="7315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4837176"/>
            <a:ext cx="201168" cy="201168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457200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From Prototype to Production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5440679"/>
            <a:ext cx="5367528" cy="7315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5705855"/>
            <a:ext cx="201168" cy="201168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5440679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Leading Women 2026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1600200"/>
            <a:ext cx="1920240" cy="1920240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673352"/>
            <a:ext cx="1773936" cy="17739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66760" y="20116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B1F2A"/>
                </a:solidFill>
                <a:latin typeface="Caladea Bold"/>
              </a:rPr>
              <a:t>Faisal 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6060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50" b="1">
                <a:solidFill>
                  <a:srgbClr val="3B82C4"/>
                </a:solidFill>
                <a:latin typeface="Carlito"/>
              </a:rPr>
              <a:t>AI – FDE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03320"/>
            <a:ext cx="5367528" cy="7315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3968496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0332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Full-stack developer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572000"/>
            <a:ext cx="5367528" cy="7315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6520" y="4837176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57200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Software engineer (SDE)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5440679"/>
            <a:ext cx="5367528" cy="73152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5705855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5440679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AI engineer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2026-10-17T08:37:58Z</dcterms:created>
  <dcterms:modified xsi:type="dcterms:W3CDTF">2026-10-17T08:37:58Z</dcterms:modified>
</cp:coreProperties>
</file>